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Classes and Objects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Data Structures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249 - Data Structures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Scenario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tracking your courses this semester...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249  •  3 credits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97480"/>
            <a:ext cx="73152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C++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134  •  3 credits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49040"/>
            <a:ext cx="73152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II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172  •  4 credits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store this data in a program?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Attempt: Parallel Arrays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names[]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II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codes[]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155448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249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210312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134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265176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172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109728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credits[]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155448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0" y="210312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0" y="265176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correspondence: names[0] ↔ codes[0] ↔ credits[0]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What happens if we sort names alphabetically?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Sorting Names...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names[] 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II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56032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56032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C++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codes[] 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1554480"/>
            <a:ext cx="25603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249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2103120"/>
            <a:ext cx="25603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134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2651760"/>
            <a:ext cx="25603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172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1097280"/>
            <a:ext cx="25603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credits[] 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1554480"/>
            <a:ext cx="25603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0" y="2103120"/>
            <a:ext cx="25603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0" y="2651760"/>
            <a:ext cx="25603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now WRONG!
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"Calculus II" now shows CSC 249 with 3 credits
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parallel arrays lost their correspondence!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Objects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related data together — it travels as a unit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"Data Structures"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"CSC 249"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credits: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"Intro to C++"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"CSC 134"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credits: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"Calculus II"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"MAT 172"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credits: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Sort, search, or move objects — the data stays together!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= Blueprint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(Class)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structure: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data it holds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it can do
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doesn't contain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values yet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(Instances)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"Data Structures"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= "CSC 249"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 = 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"Calculus II"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= "MAT 172"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 = 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→ many objects with different data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Class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005840"/>
            <a:ext cx="54864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005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1554480"/>
            <a:ext cx="54864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(private)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65960" y="19202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string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code: string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credits: int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instructor: string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isOnline: bool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200400"/>
            <a:ext cx="54864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(public)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356616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getName(): string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setName(name): void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getCredits(): int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setCredits(n): void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toString(): string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4892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private    + public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vs. Behavior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it remembers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 variables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Instance attributes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Properties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code, credits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Methods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 functions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Operations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getName(), setCredits()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= State + Behavior bundled together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Private? Encapsulation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internal details, provide controlled access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Setters can check values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storing them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73152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044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internals without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external code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63040"/>
            <a:ext cx="73152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468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monitor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to a value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setter: no protection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course.credits = -5;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Oops! Invalid data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setter: validation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course.setCredits(-5);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Setter clamps to 1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Getters and Setters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1097280"/>
            <a:ext cx="3657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Object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645920"/>
            <a:ext cx="2743200" cy="1463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6916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128016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value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value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validation)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49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Getter: returns the value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= course.getName();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Setter: updates with validation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course.setCredits(4);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Checks range 1-5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Constructor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method that initializes a new object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560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ds(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 Structures",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"CSC 249",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"Dr. Smith",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true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2560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 = Course(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 Structures",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"CSC 249",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"Dr. Smith",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True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 runs automatically when you create an object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Display: toString() / __str__()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object presents itself as text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 249-0901: Data Structures (3 credits) - Dr. Smith [Online]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023360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course.toString();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4023360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286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print(course)  # calls __str__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Note: Some designs separate display logic into a different class.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now, including it here is simpler.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C++ vs Python: Key Differences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private: keyword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_underscore convention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ClassName(...)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__init__(self, ...)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reference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this-&gt; (often implicit)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self. (always required)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toString()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__str__()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Supplemental Notes for detailed syntax comparisons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Assignment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getters — return each private field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setters — with validation for credits (1-5)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toString() / __str__() — formatted output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5204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main — create objects, test your methods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Files: Course.h + main.cpp (C++) or course.py + main.py (Python)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Ahead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objects are the foundation for everything we'll build: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objects pointing to other Node objects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463040"/>
            <a:ext cx="73152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&amp; Queues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controlling data flow in/out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73152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in parent-child hierarchies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34640"/>
            <a:ext cx="73152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enabling fast key-value lookup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classes now → everything else becomes easier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the Interactive 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🖱️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Arrays Demo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problem happen visually, then see the solution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module-01/demo/parallel-arrays-demo.html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"Sort by Name" and watch what happens!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bundle related data together — it travels as a unit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define state (data) and behavior (methods)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+ getters/setters = controlled access with validation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initialize objects to a valid state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foundation enables all data structures to come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implement your Course class!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Classes and Objects</dc:title>
  <dc:subject>PptxGenJS Presentation</dc:subject>
  <dc:creator>CSC 249</dc:creator>
  <cp:lastModifiedBy>CSC 249</cp:lastModifiedBy>
  <cp:revision>1</cp:revision>
  <dcterms:created xsi:type="dcterms:W3CDTF">2026-01-27T19:18:29Z</dcterms:created>
  <dcterms:modified xsi:type="dcterms:W3CDTF">2026-01-27T19:18:29Z</dcterms:modified>
</cp:coreProperties>
</file>